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Điền tên thật của nhóm trên slide nếu có. Giới thiệu xác minh 1:1, uncertain thì human review. Không tuyên bố phát hiện gian lận hoặc production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phút. Chỉ tiêu kinh doanh là đề xuất pilot, chưa đo ở khách hàng. Gate 20% là demo và phải được thay bằng chính sách chấp nhận rủi ro khi có dữ liệu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phút. Mỗi block liên kết với code/DAG/report. Enrollment tạo embeddings; Airflow orchestration dùng snapshot đã fingerprint; Registry điều khiển threshold. Grafana gom telemetry, không thay chức năng điều phối hoặc experiment 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Không đưa tenant khác vào training mặc định. Bộ bootstrap LFW/Speech Commands ghép tổng hợp, không phải một tập face+voice thật có consent từ cùng người.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phút. Mở evaluation/identity-disjoint.json và nested MLflow runs. CV bên trong phần calibration, fold 0 giữ ngoài tune. Đổi alias champion chỉ sau RAI audit và gate; không nới gate để có DAG xanh.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2,5 phút. Mở legacy :18600 và portal :18501. Vào thi trước xác minh bị chặn. Upload demo đúng/sai. Kiểm tra callback không tin client success=true. Browser camera/microphone cần người dùng chấp nhận quyền và test trên thiết bị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phút. Mở /d/biometric-overview. Dùng tenant/project/service selector. Grafana là trang quan sát chính; Airflow/MLflow giữ chức năng điều khiển. Human và synthetic là hai nguồn riêng.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Hiển thị bot ddm501_face_voice_proctoring_bot và bằng chứng delivery; không mở token. Restore drill không ghi đè DB thật. Rollback rehearsal gây đổi model ngắn trên demo rồi phục hồi model ban đầu.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phút. Quality slice là proxy vận hành, không chứng minh demographic fairness. Policy explanation không phải lời giải thích causal cho embedding. Chưa liveness/audio anti-spoof; media đã enroll có score cao không chứng minh khả năng generalize.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Dẫn đến reports JSON local và Actions URL. Coverage không bao gồm tất cả scripts CLI, frontend, weights hoặc Airflow; live integration bổ sung evidence. Nếu pending/failure, báo đúng trạng thái, không suy ra thành công từ workflow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Sizing là mô hình để load test, không phải capacity đã chứng minh. Không dựng tên hay commit thành viên. Không có deployment cloud có phí trong phạm vi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Q&amp;A: Vì sao threshold calibration thay fine-tune? Vì base encoders pretrained và dữ liệu demo nhỏ. Vì sao identity split? Tránh cùng identity xuất hiện ở tune và test. Mất callback? Transactional outbox + retries + idempotency. Fairness? Insufficient human labels, không giả định đạt. Replay protocol khác spoof biometric. Chỉ partner backend có thể enforce quyền vào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Face + Voice Proctoring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SaaS xác minh danh tính cho thi trực tuyến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MLOps: từ dữ liệu tới serving, monitoring và vận hành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Demo Docker Desktop · Grafana · Telegram ·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Vấn đề, người dùng và tiêu chí thành công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Đối tác tích hợp hosted verification và signed callbacks.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Giám thị xử lý REVIEW; quyết định gốc được giữ nguyên.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Pilot targets: ≥70% genuine auto-allow; giảm ≥50% thời gian review.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Đo FAR, FRR, p95 ≤2s và review turnaround &lt;15 phút.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Full pipeline và các ranh giới trách nhiệm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1.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Consent + enrollment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645920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2.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3774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Snapshot → validate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645920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3. Experiments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3774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Identity CV + holdout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4. Registry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RAI → gate → champion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749039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5. Serving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4805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REST + sessions + outbox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3749039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6.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4805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Grafana → Telegram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Dữ liệu, lineage và chất lượng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Snapshot bất biến theo DAG run; fingerprint SHA-256.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Training scope mặc định tenant demo.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Reject: invalid/zero vector, inconsistent dimension, duplicates.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MLflow lưu snapshot, validation, thresholds và evaluation folds.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Calibration và lựa chọn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Max-template cosine giống cách serving so sánh.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Five-way identity split: holdout riêng + 4 folds CV nội bộ.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1.151 thresholds × 3 objectives × 2 modalities.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Gate kiểm tra calibration, CV, holdout FAR/FRR và sample counts.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SaaS serving và demo tích hợp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Tenant-scoped API keys; role operator / integration / platform.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Session có expiry, consent và token dùng một lần.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Backend đối tác nhận callback HMAC + sequence + dedup.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Demo: genuine → ALLOW; impostor → REVIEW → operator quyết định.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Grafana là trung tâm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Service readiness · p50/p95 · errors · training quality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PSI/Evidently · Registry/CV/holdout · human/synthetic performance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Sessions/review SLA · webhooks · Airflow/RAI · CPU/RAM/logs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Report cùng origin, yêu cầu đăng nhập Grafana.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Cảnh báo và vận hành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Prometheus rules → Alertmanager → ops-monitor → Telegram.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Firing và resolved được gửi; lỗi transport dẫn tới retry.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Drift &gt;0,2; service/collector down; data invalid; webhook failed.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Backup restore vào DB riêng; rollback alias rồi khôi phục champion.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Responsible AI và explainability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Reason codes + score margins + threshold sensitivity.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Counterfactual thay một score, giữ quality và modality còn lại.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Human fairness cần ≥20 samples/slice và ≥5 mỗi class.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Wilson 95% CI; insufficient_data khi chưa có đủ nhãn.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Bằng chứng kiểm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Coverage phạm vi API + monitoring + evaluation gates: 88.76%.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Full pipeline verification: pass.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Grafana queries / reports / alert delivery: pass.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Recovery drill: pass.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GitHub Actions gần nhất: completed / success.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Scalability, cost và các mục cần nhóm hoàn tất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Sizing: workers ≥ ceil(λ × CPU service time / 0,65).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Chi phí: compute + DB + storage + egress + human review.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Cần người thật: consented labels, camera/mic acceptance, team contribution.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Cloud/TLS/SSO và anti-spoof cần thêm phạm vi triển khai.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Q&amp;A / demo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Grafana: localhost:13000/d/biometric-overview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Portal: :18501 · Legacy: :18600 · API docs: :18100/docs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Airflow: :18081 · MLflow: :15030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GitHub: TrinhDucDuong/ddm501-face-voice-proctoring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